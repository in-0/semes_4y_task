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37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F34AB-0D39-494D-BBA4-F01543A80A0E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59403-A3E5-495A-9F40-9C7B202F1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4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59403-A3E5-495A-9F40-9C7B202F16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91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D8291-1F5E-F2A6-C84A-B4BEABD63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D6AE0A-9599-6797-BCE1-1685F1AB0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460AA-4891-4971-534E-7785D89F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FBD9B-AEA8-45BC-591F-03222C8D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C611B-BF4C-D214-0FA9-A0385721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42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0CB07-AF63-13D8-65C5-B7E4E30E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75EAE4-6AB6-9AF8-EAE1-A9DEEDF9A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F6504-8435-3A05-71F0-14099AC5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965B2F-502A-7F8C-F973-B0EE4BC75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E17DE-C6D1-4B64-4863-DDDA141F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18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72CD2-9083-8561-24BC-43EA633D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487F30-8038-CD9F-EE98-2DC6580AA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5C3024-382B-4AC9-6228-178FB0CC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1C4A38-EB3E-A526-5C79-522F32E2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15C87-97C3-C506-296D-91BBF4EA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64CB4-02EC-2258-D8BA-E029C4A6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CFCAC-8AFF-05C5-B3EF-739CC3044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453535-EEAB-A1A7-0666-6EC4F8C82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347A1-93AD-6A21-E530-57E9847DF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7C84AC-D672-2CAD-BA53-952F90C7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3EA193-5FDC-9F7C-A0BF-A901677D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83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C644E-BC60-F17C-4C2F-32CBE84E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D98C16-7AE2-4BF8-D765-D58755F66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5232F4-BAA0-8E70-7A39-18ED36FF1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38B817-E72A-5451-72ED-68BB059EB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9EC844-01BF-0E01-EC86-41868867D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594209-6D44-DF38-1F65-F2FDE35C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C5B914-48C6-5184-FE7A-B3C4A55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6ACCCB-5371-55F0-A56A-1E390A5F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83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CFA5F-48B4-D49C-058E-F8A5E6EF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BF0118-E971-ACC1-D3E4-603245E6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7E1DA-DE76-AAA3-5A8D-3ABE4847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6346CC-CE9B-88C1-D894-0DC90EDB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7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C0CB14-2C96-E102-E0A1-10926442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99BC5C-B0FC-2356-6DD4-126A8906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06092-7190-ADF7-4684-7B04FBC0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98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30F9-137E-7CAC-A63B-D3A085BE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FE81E-B981-65BA-4D65-79AE0E109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305506-6873-2BFC-70B6-E5E755C46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062C1C-F3BE-EA4B-4EC9-A4C901F2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E4F21-4745-9BB7-325A-36397138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5B3CA-C60C-2BE9-0A22-734E86F2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33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0A972-50B8-695C-5181-820E458F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5A3643-AF2F-36BD-5893-7806A23C6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DC2D4-1BAB-7FE3-16CF-5AFF0F91A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F4A8F3-D960-4892-CC27-70FF7936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080D13-9F45-A27C-2E4C-67B8D686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86FC5D-BEC8-B15C-E59A-A30F94F4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8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89343-F642-5E0E-BFEC-8AD95BF2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5A0CF4-C8BA-06B6-BE3F-7445A87E2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E6E74-B1D2-DEFC-1A76-BF859A109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CACF14-3A38-BEF2-F3C9-C945C4E7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A68923-2FF3-D059-BCBC-933DFF8E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58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53B332-9B05-857E-06BF-FDFBFFD14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6FAF46-B991-0931-EA27-8A215D80D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78456-8715-72E3-DD71-52E0018B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62774-57D9-CD8B-0CFA-E5C8E80A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73872-4C4B-324F-7EC5-E7584066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5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2B4D08-1B39-6D90-837A-9A758BD6A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67C70A-0FE6-D6EE-253C-3AFC4758F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6374E-0807-1E69-C0DE-4F852C2B7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D1D0-76B7-4152-8621-5BBFA0012BD4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9A8511-992C-8C86-C292-518A60CAC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92949C-3A0A-1672-70A0-037D41B3A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37DDB-FF28-4E03-A523-D1CBCE42B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79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anaconda.com/download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ryashah2k/multimodal-gas-detection-and-classific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4D2A3-C541-0DDF-12F0-FC478A49C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9068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3600"/>
              <a:t>센서퓨전 코드 환경설정 및 실행 가이드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9B5182C-5AFF-8EAC-EBBE-40FC9183B2B4}"/>
              </a:ext>
            </a:extLst>
          </p:cNvPr>
          <p:cNvSpPr txBox="1">
            <a:spLocks/>
          </p:cNvSpPr>
          <p:nvPr/>
        </p:nvSpPr>
        <p:spPr>
          <a:xfrm>
            <a:off x="1524000" y="4514849"/>
            <a:ext cx="9144000" cy="1077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/>
              <a:t>SPA </a:t>
            </a:r>
            <a:r>
              <a:rPr lang="ko-KR" altLang="en-US" sz="2000"/>
              <a:t>연구실</a:t>
            </a:r>
          </a:p>
        </p:txBody>
      </p:sp>
    </p:spTree>
    <p:extLst>
      <p:ext uri="{BB962C8B-B14F-4D97-AF65-F5344CB8AC3E}">
        <p14:creationId xmlns:p14="http://schemas.microsoft.com/office/powerpoint/2010/main" val="3244317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96DB9-D2B7-4A9F-DBD1-308792A5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준비 </a:t>
            </a:r>
            <a:r>
              <a:rPr lang="en-US" altLang="ko-KR"/>
              <a:t>- </a:t>
            </a:r>
            <a:r>
              <a:rPr lang="en-US" altLang="ko-KR" sz="4400"/>
              <a:t>Windows Terminal</a:t>
            </a:r>
            <a:endParaRPr lang="ko-KR" altLang="en-US"/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665E5D11-2BDD-3DA5-209A-2746712181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/>
              <a:t>1. Microsort Store </a:t>
            </a:r>
            <a:r>
              <a:rPr lang="ko-KR" altLang="en-US" sz="2000"/>
              <a:t>실행 및 </a:t>
            </a:r>
            <a:r>
              <a:rPr lang="en-US" altLang="ko-KR" sz="2000"/>
              <a:t>Windows Terminal </a:t>
            </a:r>
            <a:r>
              <a:rPr lang="ko-KR" altLang="en-US" sz="2000"/>
              <a:t>설치</a:t>
            </a:r>
            <a:endParaRPr lang="en-US" altLang="ko-KR" sz="2000"/>
          </a:p>
          <a:p>
            <a:endParaRPr lang="ko-KR" altLang="en-US"/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E3512C3A-69FD-A11E-8C38-877F2657C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8614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/>
              <a:t>2. Windows Terminal </a:t>
            </a:r>
            <a:r>
              <a:rPr lang="ko-KR" altLang="en-US" sz="2000"/>
              <a:t>실행</a:t>
            </a:r>
            <a:endParaRPr lang="en-US" altLang="ko-KR" sz="2000"/>
          </a:p>
          <a:p>
            <a:pPr marL="0" indent="0">
              <a:buNone/>
            </a:pP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0A8C2D0-A2A9-2118-E8F9-A0271EF20F09}"/>
              </a:ext>
            </a:extLst>
          </p:cNvPr>
          <p:cNvGrpSpPr/>
          <p:nvPr/>
        </p:nvGrpSpPr>
        <p:grpSpPr>
          <a:xfrm>
            <a:off x="496191" y="2853933"/>
            <a:ext cx="1846906" cy="3063908"/>
            <a:chOff x="4261017" y="1408189"/>
            <a:chExt cx="2492868" cy="4349439"/>
          </a:xfrm>
        </p:grpSpPr>
        <p:pic>
          <p:nvPicPr>
            <p:cNvPr id="9" name="그림 8" descr="텍스트, 스크린샷, 번호, 폰트이(가) 표시된 사진&#10;&#10;자동 생성된 설명">
              <a:extLst>
                <a:ext uri="{FF2B5EF4-FFF2-40B4-BE49-F238E27FC236}">
                  <a16:creationId xmlns:a16="http://schemas.microsoft.com/office/drawing/2014/main" id="{4D38CA90-1992-523D-5597-FE4E3487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2" r="3547"/>
            <a:stretch/>
          </p:blipFill>
          <p:spPr>
            <a:xfrm>
              <a:off x="4273236" y="1408189"/>
              <a:ext cx="2480649" cy="4349439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2A91908-1106-DC3C-3999-3B2398DDA709}"/>
                </a:ext>
              </a:extLst>
            </p:cNvPr>
            <p:cNvSpPr/>
            <p:nvPr/>
          </p:nvSpPr>
          <p:spPr>
            <a:xfrm>
              <a:off x="4261017" y="1408189"/>
              <a:ext cx="2480649" cy="43554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2D3E893-5290-3EB2-333D-C38666B6512C}"/>
              </a:ext>
            </a:extLst>
          </p:cNvPr>
          <p:cNvGrpSpPr/>
          <p:nvPr/>
        </p:nvGrpSpPr>
        <p:grpSpPr>
          <a:xfrm>
            <a:off x="2755240" y="2853933"/>
            <a:ext cx="3128107" cy="2645024"/>
            <a:chOff x="4608215" y="3485808"/>
            <a:chExt cx="3640539" cy="3095758"/>
          </a:xfrm>
        </p:grpSpPr>
        <p:pic>
          <p:nvPicPr>
            <p:cNvPr id="11" name="그림 10" descr="텍스트, 소프트웨어, 컴퓨터 아이콘, 웹 페이지이(가) 표시된 사진&#10;&#10;자동 생성된 설명">
              <a:extLst>
                <a:ext uri="{FF2B5EF4-FFF2-40B4-BE49-F238E27FC236}">
                  <a16:creationId xmlns:a16="http://schemas.microsoft.com/office/drawing/2014/main" id="{76272F79-76FC-82FC-A407-4310BA207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364"/>
            <a:stretch/>
          </p:blipFill>
          <p:spPr>
            <a:xfrm>
              <a:off x="4608215" y="3485808"/>
              <a:ext cx="3640539" cy="3095758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102C07D-7DDE-022D-BFAE-1B9621838030}"/>
                </a:ext>
              </a:extLst>
            </p:cNvPr>
            <p:cNvSpPr/>
            <p:nvPr/>
          </p:nvSpPr>
          <p:spPr>
            <a:xfrm>
              <a:off x="5192920" y="4665938"/>
              <a:ext cx="1868785" cy="17348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486ED1B-ABF3-BC46-4B28-5FC9A4E3B7DD}"/>
              </a:ext>
            </a:extLst>
          </p:cNvPr>
          <p:cNvGrpSpPr/>
          <p:nvPr/>
        </p:nvGrpSpPr>
        <p:grpSpPr>
          <a:xfrm>
            <a:off x="6504883" y="2900351"/>
            <a:ext cx="2931877" cy="603328"/>
            <a:chOff x="4712675" y="5611133"/>
            <a:chExt cx="2931877" cy="603328"/>
          </a:xfrm>
        </p:grpSpPr>
        <p:pic>
          <p:nvPicPr>
            <p:cNvPr id="18" name="그림 17" descr="텍스트, 스크린샷, 폰트, 디자인이(가) 표시된 사진&#10;&#10;자동 생성된 설명">
              <a:extLst>
                <a:ext uri="{FF2B5EF4-FFF2-40B4-BE49-F238E27FC236}">
                  <a16:creationId xmlns:a16="http://schemas.microsoft.com/office/drawing/2014/main" id="{FF53BA03-29C6-AFDC-8057-9369DE7C0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"/>
            <a:stretch/>
          </p:blipFill>
          <p:spPr>
            <a:xfrm>
              <a:off x="4712675" y="5611133"/>
              <a:ext cx="2931877" cy="593141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AD971E5-44C3-72B7-415B-7B181C6D3D81}"/>
                </a:ext>
              </a:extLst>
            </p:cNvPr>
            <p:cNvSpPr/>
            <p:nvPr/>
          </p:nvSpPr>
          <p:spPr>
            <a:xfrm>
              <a:off x="6216303" y="5890461"/>
              <a:ext cx="1368000" cy="324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8" name="그림 2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0CB15F2-FF3F-0808-0B68-2A117204CE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23"/>
          <a:stretch/>
        </p:blipFill>
        <p:spPr>
          <a:xfrm>
            <a:off x="6522204" y="4119295"/>
            <a:ext cx="3972303" cy="107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6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11C6-CE49-A170-E10F-B137044E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283F6-D906-8C46-CE92-DE84D8C6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준비 </a:t>
            </a:r>
            <a:r>
              <a:rPr lang="en-US" altLang="ko-KR"/>
              <a:t>- </a:t>
            </a:r>
            <a:r>
              <a:rPr lang="en-US" altLang="ko-KR" sz="4400"/>
              <a:t>Anaconda </a:t>
            </a:r>
            <a:r>
              <a:rPr lang="ko-KR" altLang="en-US" sz="4400"/>
              <a:t>가상환경</a:t>
            </a:r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CB42D0B3-96A5-B7DC-EA50-0F618B175F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/>
              <a:t>1. Anaconda </a:t>
            </a:r>
            <a:r>
              <a:rPr lang="ko-KR" altLang="en-US" sz="2000"/>
              <a:t>다운로드</a:t>
            </a:r>
            <a:r>
              <a:rPr lang="en-US" altLang="ko-KR" sz="2000"/>
              <a:t>(</a:t>
            </a:r>
            <a:r>
              <a:rPr lang="en-US" altLang="ko-KR" sz="2000">
                <a:hlinkClick r:id="rId2"/>
              </a:rPr>
              <a:t>https://www.anaconda.com/download</a:t>
            </a:r>
            <a:r>
              <a:rPr lang="en-US" altLang="ko-KR" sz="2000"/>
              <a:t>)</a:t>
            </a:r>
          </a:p>
          <a:p>
            <a:pPr lvl="1"/>
            <a:r>
              <a:rPr lang="en-US" altLang="ko-KR" sz="1400"/>
              <a:t>Email Address </a:t>
            </a:r>
            <a:r>
              <a:rPr lang="ko-KR" altLang="en-US" sz="1400"/>
              <a:t>입력 혹은 </a:t>
            </a:r>
            <a:r>
              <a:rPr lang="en-US" altLang="ko-KR" sz="1400"/>
              <a:t>Skip registration</a:t>
            </a:r>
            <a:endParaRPr lang="ko-KR" altLang="en-US" sz="14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475C4B8-082C-B30F-2A79-AFEDCF078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4355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/>
              <a:t>2. </a:t>
            </a:r>
            <a:r>
              <a:rPr lang="ko-KR" altLang="en-US" sz="2000"/>
              <a:t>환경변수에 </a:t>
            </a:r>
            <a:r>
              <a:rPr lang="en-US" altLang="ko-KR" sz="2000"/>
              <a:t>Anaconda </a:t>
            </a:r>
            <a:r>
              <a:rPr lang="ko-KR" altLang="en-US" sz="2000"/>
              <a:t>설치 경로 추가</a:t>
            </a:r>
            <a:endParaRPr lang="en-US" altLang="ko-KR" sz="2000"/>
          </a:p>
          <a:p>
            <a:pPr lvl="1"/>
            <a:r>
              <a:rPr lang="ko-KR" altLang="en-US" sz="1400"/>
              <a:t>제어판 </a:t>
            </a:r>
            <a:r>
              <a:rPr lang="en-US" altLang="ko-KR" sz="1400"/>
              <a:t>→ </a:t>
            </a:r>
            <a:r>
              <a:rPr lang="ko-KR" altLang="en-US" sz="1400"/>
              <a:t>시스템 및 보안 </a:t>
            </a:r>
            <a:r>
              <a:rPr lang="en-US" altLang="ko-KR" sz="1400"/>
              <a:t>→ </a:t>
            </a:r>
            <a:r>
              <a:rPr lang="ko-KR" altLang="en-US" sz="1400"/>
              <a:t>시스템 </a:t>
            </a:r>
            <a:r>
              <a:rPr lang="en-US" altLang="ko-KR" sz="1400"/>
              <a:t>→ </a:t>
            </a:r>
            <a:r>
              <a:rPr lang="ko-KR" altLang="en-US" sz="1400"/>
              <a:t>고급 시스템 설정 </a:t>
            </a:r>
            <a:r>
              <a:rPr lang="en-US" altLang="ko-KR" sz="1400"/>
              <a:t>→ </a:t>
            </a:r>
            <a:r>
              <a:rPr lang="ko-KR" altLang="en-US" sz="1400"/>
              <a:t>환경 변수 </a:t>
            </a:r>
            <a:r>
              <a:rPr lang="en-US" altLang="ko-KR" sz="1400"/>
              <a:t>→ </a:t>
            </a:r>
            <a:r>
              <a:rPr lang="ko-KR" altLang="en-US" sz="1400"/>
              <a:t>시스템 변수 </a:t>
            </a:r>
            <a:r>
              <a:rPr lang="en-US" altLang="ko-KR" sz="1400"/>
              <a:t>→ path</a:t>
            </a:r>
          </a:p>
          <a:p>
            <a:pPr marL="457200" lvl="1" indent="0">
              <a:buNone/>
            </a:pPr>
            <a:r>
              <a:rPr lang="en-US" altLang="ko-KR" sz="1400"/>
              <a:t>ex) C:\Users\user\anaconda, C:\Users\user\anaconda3\Scripts</a:t>
            </a:r>
          </a:p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0783343-63E4-2B30-F04F-F0764B74D43D}"/>
              </a:ext>
            </a:extLst>
          </p:cNvPr>
          <p:cNvGrpSpPr/>
          <p:nvPr/>
        </p:nvGrpSpPr>
        <p:grpSpPr>
          <a:xfrm>
            <a:off x="787047" y="2860478"/>
            <a:ext cx="4281439" cy="1863171"/>
            <a:chOff x="940425" y="2932667"/>
            <a:chExt cx="4281439" cy="1863171"/>
          </a:xfrm>
        </p:grpSpPr>
        <p:pic>
          <p:nvPicPr>
            <p:cNvPr id="6" name="그림 5" descr="텍스트, 스크린샷, 소프트웨어, 지도이(가) 표시된 사진&#10;&#10;자동 생성된 설명">
              <a:extLst>
                <a:ext uri="{FF2B5EF4-FFF2-40B4-BE49-F238E27FC236}">
                  <a16:creationId xmlns:a16="http://schemas.microsoft.com/office/drawing/2014/main" id="{7284FE0D-05B9-0129-30E9-F7B0AFF4B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00" t="11792" r="12432" b="27737"/>
            <a:stretch/>
          </p:blipFill>
          <p:spPr>
            <a:xfrm>
              <a:off x="940425" y="2932667"/>
              <a:ext cx="4281439" cy="186317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70DD79-F889-93AD-5506-81D4866AE9A9}"/>
                </a:ext>
              </a:extLst>
            </p:cNvPr>
            <p:cNvSpPr/>
            <p:nvPr/>
          </p:nvSpPr>
          <p:spPr>
            <a:xfrm>
              <a:off x="3151203" y="3895268"/>
              <a:ext cx="1592247" cy="40498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3CF777E-3830-0ADE-E982-D7605DD7F56B}"/>
                </a:ext>
              </a:extLst>
            </p:cNvPr>
            <p:cNvSpPr/>
            <p:nvPr/>
          </p:nvSpPr>
          <p:spPr>
            <a:xfrm>
              <a:off x="3735387" y="4629050"/>
              <a:ext cx="411522" cy="1604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CCE60AA4-8DB9-68D0-6CA4-4B89491A1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238" y="3827422"/>
            <a:ext cx="2676525" cy="2529519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31C8D48-E0D7-55A2-AF55-F66CC64AD7BC}"/>
              </a:ext>
            </a:extLst>
          </p:cNvPr>
          <p:cNvGrpSpPr/>
          <p:nvPr/>
        </p:nvGrpSpPr>
        <p:grpSpPr>
          <a:xfrm>
            <a:off x="806097" y="4989931"/>
            <a:ext cx="3502988" cy="1754605"/>
            <a:chOff x="870092" y="4808947"/>
            <a:chExt cx="3502988" cy="1754605"/>
          </a:xfrm>
        </p:grpSpPr>
        <p:pic>
          <p:nvPicPr>
            <p:cNvPr id="14" name="그림 13" descr="텍스트, 스크린샷, 폰트, 로고이(가) 표시된 사진&#10;&#10;자동 생성된 설명">
              <a:extLst>
                <a:ext uri="{FF2B5EF4-FFF2-40B4-BE49-F238E27FC236}">
                  <a16:creationId xmlns:a16="http://schemas.microsoft.com/office/drawing/2014/main" id="{E8B70010-2025-DFC2-8345-91A5C7FC2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092" y="4808947"/>
              <a:ext cx="3502988" cy="1754605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78D695A-77D4-A34B-6063-4E6DEBD87F0B}"/>
                </a:ext>
              </a:extLst>
            </p:cNvPr>
            <p:cNvSpPr/>
            <p:nvPr/>
          </p:nvSpPr>
          <p:spPr>
            <a:xfrm>
              <a:off x="1249226" y="6374770"/>
              <a:ext cx="503870" cy="13593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6" name="그림 25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33034374-D7B7-1DB0-9189-D831BF122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849" y="3827422"/>
            <a:ext cx="2676525" cy="2538159"/>
          </a:xfrm>
          <a:prstGeom prst="rect">
            <a:avLst/>
          </a:prstGeom>
        </p:spPr>
      </p:pic>
      <p:pic>
        <p:nvPicPr>
          <p:cNvPr id="27" name="그림 26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39097CD4-64A5-ABE0-7E18-EB51C60985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4" t="36775" r="51452" b="55761"/>
          <a:stretch/>
        </p:blipFill>
        <p:spPr>
          <a:xfrm>
            <a:off x="9449488" y="5398110"/>
            <a:ext cx="2456762" cy="390726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4F75DB-0B5C-2CDF-AFF1-EE7C2BEA0589}"/>
              </a:ext>
            </a:extLst>
          </p:cNvPr>
          <p:cNvSpPr/>
          <p:nvPr/>
        </p:nvSpPr>
        <p:spPr>
          <a:xfrm>
            <a:off x="9456791" y="5398110"/>
            <a:ext cx="2449459" cy="4049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61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BFDB4-374E-BF80-26CD-B9FCC9A9F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759F6-F6D8-A4CA-5F03-DFFDE728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준비 </a:t>
            </a:r>
            <a:r>
              <a:rPr lang="en-US" altLang="ko-KR"/>
              <a:t>- </a:t>
            </a:r>
            <a:r>
              <a:rPr lang="en-US" altLang="ko-KR" sz="4400"/>
              <a:t>Anaconda </a:t>
            </a:r>
            <a:r>
              <a:rPr lang="ko-KR" altLang="en-US" sz="4400"/>
              <a:t>가상환경</a:t>
            </a:r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1F4D5A5-A237-ABC0-FB4F-33E4F719C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958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/>
              <a:t>3. Windows Terminal</a:t>
            </a:r>
            <a:r>
              <a:rPr lang="ko-KR" altLang="en-US" sz="2000"/>
              <a:t>에서 </a:t>
            </a:r>
            <a:r>
              <a:rPr lang="en-US" altLang="ko-KR" sz="2000"/>
              <a:t>workspace</a:t>
            </a:r>
            <a:r>
              <a:rPr lang="ko-KR" altLang="en-US" sz="2000"/>
              <a:t>로 이동 및 </a:t>
            </a:r>
            <a:r>
              <a:rPr lang="en-US" altLang="ko-KR" sz="2000"/>
              <a:t>conda </a:t>
            </a:r>
            <a:r>
              <a:rPr lang="ko-KR" altLang="en-US" sz="2000"/>
              <a:t>가상환경 생성</a:t>
            </a:r>
            <a:endParaRPr lang="en-US" altLang="ko-KR" sz="2000"/>
          </a:p>
          <a:p>
            <a:pPr lvl="1"/>
            <a:r>
              <a:rPr lang="en-US" altLang="ko-KR" sz="1400"/>
              <a:t>conda env create -f environment.yaml</a:t>
            </a:r>
          </a:p>
          <a:p>
            <a:pPr marL="0" indent="0">
              <a:buNone/>
            </a:pPr>
            <a:endParaRPr lang="ko-KR" altLang="en-US" sz="200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BE3F7224-AB91-212B-62CB-5DB27B7284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/>
              <a:t>4. </a:t>
            </a:r>
            <a:r>
              <a:rPr lang="ko-KR" altLang="en-US" sz="2000"/>
              <a:t>생성된 </a:t>
            </a:r>
            <a:r>
              <a:rPr lang="en-US" altLang="ko-KR" sz="2000"/>
              <a:t>conda </a:t>
            </a:r>
            <a:r>
              <a:rPr lang="ko-KR" altLang="en-US" sz="2000"/>
              <a:t>가상환경 활성화</a:t>
            </a:r>
            <a:endParaRPr lang="en-US" altLang="ko-KR" sz="2000"/>
          </a:p>
          <a:p>
            <a:pPr lvl="1"/>
            <a:r>
              <a:rPr lang="en-US" altLang="ko-KR" sz="1400"/>
              <a:t>conda activate sensor_fusion</a:t>
            </a:r>
          </a:p>
          <a:p>
            <a:endParaRPr lang="ko-KR" altLang="en-US"/>
          </a:p>
        </p:txBody>
      </p:sp>
      <p:pic>
        <p:nvPicPr>
          <p:cNvPr id="24" name="그림 2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D089140-22C9-25C5-893C-42FBA2C1D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121"/>
          <a:stretch/>
        </p:blipFill>
        <p:spPr>
          <a:xfrm>
            <a:off x="918734" y="2933508"/>
            <a:ext cx="4576368" cy="162117"/>
          </a:xfrm>
          <a:prstGeom prst="rect">
            <a:avLst/>
          </a:prstGeom>
        </p:spPr>
      </p:pic>
      <p:pic>
        <p:nvPicPr>
          <p:cNvPr id="28" name="그림 2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8C03A2C-594C-E725-23F7-A89ED8A9A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8"/>
          <a:stretch/>
        </p:blipFill>
        <p:spPr>
          <a:xfrm>
            <a:off x="918734" y="4820541"/>
            <a:ext cx="4576368" cy="1949450"/>
          </a:xfrm>
          <a:prstGeom prst="rect">
            <a:avLst/>
          </a:prstGeom>
        </p:spPr>
      </p:pic>
      <p:pic>
        <p:nvPicPr>
          <p:cNvPr id="29" name="그림 2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A418D74-359A-9FA5-9749-CED956304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6"/>
          <a:stretch/>
        </p:blipFill>
        <p:spPr>
          <a:xfrm>
            <a:off x="918734" y="3137879"/>
            <a:ext cx="4576368" cy="16404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A110AD8-6D3F-9989-7D2E-B92AFA103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605" y="2939511"/>
            <a:ext cx="4229940" cy="31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7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E4D8-E8D9-FCF0-86B1-75DFF0CE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BE484-6DDC-D4F0-EC80-0584942A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 및 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48D7D-7824-AB04-3080-88DB98A57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123" cy="4351338"/>
          </a:xfrm>
        </p:spPr>
        <p:txBody>
          <a:bodyPr>
            <a:normAutofit/>
          </a:bodyPr>
          <a:lstStyle/>
          <a:p>
            <a:r>
              <a:rPr lang="ko-KR" altLang="en-US" sz="2000"/>
              <a:t>모델 학습</a:t>
            </a:r>
            <a:endParaRPr lang="en-US" altLang="ko-KR" sz="2000"/>
          </a:p>
          <a:p>
            <a:pPr lvl="1"/>
            <a:r>
              <a:rPr lang="en-US" altLang="ko-KR" sz="1600"/>
              <a:t>CUDA_VISIBLE_DEVICES=0 python train.py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학습된 모델 평가</a:t>
            </a:r>
            <a:endParaRPr lang="en-US" altLang="ko-KR" sz="2000"/>
          </a:p>
          <a:p>
            <a:pPr lvl="1"/>
            <a:r>
              <a:rPr lang="en-US" altLang="ko-KR" sz="1600"/>
              <a:t>python</a:t>
            </a:r>
            <a:r>
              <a:rPr lang="ko-KR" altLang="en-US" sz="1600"/>
              <a:t> </a:t>
            </a:r>
            <a:r>
              <a:rPr lang="en-US" altLang="ko-KR" sz="1600"/>
              <a:t>inference.py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56BDB5-C024-A236-7FBC-B159CA618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29"/>
          <a:stretch/>
        </p:blipFill>
        <p:spPr>
          <a:xfrm>
            <a:off x="1016577" y="4165404"/>
            <a:ext cx="6172201" cy="46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1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2DBF-6D91-5392-AC87-66E4FD1C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A60D3-98CD-17AC-D8D5-3F43C085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데이터셋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6D492C-308B-FB6C-1BDE-CDE477EC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Multimodal Gas Detection &amp; Classification Dataset</a:t>
            </a:r>
          </a:p>
          <a:p>
            <a:pPr lvl="1"/>
            <a:r>
              <a:rPr lang="en-US" altLang="ko-KR" sz="1600">
                <a:hlinkClick r:id="rId2"/>
              </a:rPr>
              <a:t>https://www.kaggle.com/datasets/aryashah2k/multimodal-gas-detection-and-classification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11889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3273</TotalTime>
  <Words>178</Words>
  <Application>Microsoft Office PowerPoint</Application>
  <PresentationFormat>와이드스크린</PresentationFormat>
  <Paragraphs>28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센서퓨전 코드 환경설정 및 실행 가이드</vt:lpstr>
      <vt:lpstr>환경 준비 - Windows Terminal</vt:lpstr>
      <vt:lpstr>환경 준비 - Anaconda 가상환경</vt:lpstr>
      <vt:lpstr>환경 준비 - Anaconda 가상환경</vt:lpstr>
      <vt:lpstr>학습 및 평가</vt:lpstr>
      <vt:lpstr>데이터셋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김건훈</dc:creator>
  <cp:lastModifiedBy>김건훈</cp:lastModifiedBy>
  <cp:revision>43</cp:revision>
  <dcterms:created xsi:type="dcterms:W3CDTF">2024-10-29T06:02:38Z</dcterms:created>
  <dcterms:modified xsi:type="dcterms:W3CDTF">2024-11-07T18:20:03Z</dcterms:modified>
</cp:coreProperties>
</file>